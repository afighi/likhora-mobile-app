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683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5B1F6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-1463040" y="4389120"/>
            <a:ext cx="3657600" cy="3657600"/>
          </a:xfrm>
          <a:prstGeom prst="ellipse">
            <a:avLst/>
          </a:prstGeom>
          <a:solidFill>
            <a:srgbClr val="5B1F6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8741664" y="877824"/>
            <a:ext cx="2425132" cy="5056632"/>
          </a:xfrm>
          <a:prstGeom prst="roundRect">
            <a:avLst>
              <a:gd name="adj" fmla="val 829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5" name="Image 0" descr="C:\Users\hiverpc\AppData\Local\Temp\claude\C--Users-hiverpc-LikhAI\2276fa3e-5eb3-4173-8c1a-1cc0cd341e73\scratchpad\shots\01_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23960" y="960120"/>
            <a:ext cx="2260540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LIKHORA AI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58368" y="33375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Launch Companion for Filipino Micro &amp; Small Entrepreneurs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8368" y="4114800"/>
            <a:ext cx="502920" cy="4114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65836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  ·  Module-by-Module Overview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6126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React Native  ·  Supabase (Postgres + Edge Functions)  ·  Firebase Auth  ·  Claude (Anthropic)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App is Put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51760" cy="82296"/>
          </a:xfrm>
          <a:prstGeom prst="rect">
            <a:avLst/>
          </a:prstGeom>
          <a:solidFill>
            <a:srgbClr val="3D174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502920" y="1773936"/>
            <a:ext cx="265176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04088" y="19842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2404872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(React Native) app — file-based routing under src/app. Runs on iOS, Android, and Web from one codebase.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51760" cy="82296"/>
          </a:xfrm>
          <a:prstGeom prst="rect">
            <a:avLst/>
          </a:prstGeom>
          <a:solidFill>
            <a:srgbClr val="5B1F6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3383280" y="1773936"/>
            <a:ext cx="265176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3584448" y="19842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84448" y="2404872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issues the session; AuthContext.tsx guards every protected route and tab.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2651760" cy="82296"/>
          </a:xfrm>
          <a:prstGeom prst="rect">
            <a:avLst/>
          </a:prstGeom>
          <a:solidFill>
            <a:srgbClr val="8A4A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6263640" y="1773936"/>
            <a:ext cx="265176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6464808" y="19842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808" y="2404872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holds profiles, roadmap tasks, products, notifications, templates &amp; community posts, secured by row-level security.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2651760" cy="82296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9144000" y="1773936"/>
            <a:ext cx="265176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9345168" y="19842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45168" y="2404872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Khora AI calls Anthropic Claude through a Supabase Edge Function — the API key never ships in the app bundle.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Sign in → Firebase verifies → backend reads/writes Supabase → AI-powered screens call the khora-ai edge function → results render live in the app.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Core Modules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303520"/>
            <a:ext cx="537667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502920" y="5303520"/>
            <a:ext cx="537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205179" y="5303520"/>
            <a:ext cx="1042416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1205179" y="530352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12187" y="5303520"/>
            <a:ext cx="958291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2412187" y="5303520"/>
            <a:ext cx="9582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35070" y="5303520"/>
            <a:ext cx="790042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Text 27"/>
          <p:cNvSpPr/>
          <p:nvPr/>
        </p:nvSpPr>
        <p:spPr>
          <a:xfrm>
            <a:off x="3535070" y="5303520"/>
            <a:ext cx="79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89704" y="5303520"/>
            <a:ext cx="874166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/>
          <p:nvPr/>
        </p:nvSpPr>
        <p:spPr>
          <a:xfrm>
            <a:off x="4489704" y="5303520"/>
            <a:ext cx="874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Khora AI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28462" y="5303520"/>
            <a:ext cx="958291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Text 31"/>
          <p:cNvSpPr/>
          <p:nvPr/>
        </p:nvSpPr>
        <p:spPr>
          <a:xfrm>
            <a:off x="5528462" y="5303520"/>
            <a:ext cx="9582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51346" y="5303520"/>
            <a:ext cx="958291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/>
          <p:nvPr/>
        </p:nvSpPr>
        <p:spPr>
          <a:xfrm>
            <a:off x="6651346" y="5303520"/>
            <a:ext cx="9582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774229" y="5303520"/>
            <a:ext cx="1042416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Text 35"/>
          <p:cNvSpPr/>
          <p:nvPr/>
        </p:nvSpPr>
        <p:spPr>
          <a:xfrm>
            <a:off x="7774229" y="530352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981237" y="5303520"/>
            <a:ext cx="958291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9" name="Text 37"/>
          <p:cNvSpPr/>
          <p:nvPr/>
        </p:nvSpPr>
        <p:spPr>
          <a:xfrm>
            <a:off x="8981237" y="5303520"/>
            <a:ext cx="9582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104120" y="5303520"/>
            <a:ext cx="1294790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1" name="Text 39"/>
          <p:cNvSpPr/>
          <p:nvPr/>
        </p:nvSpPr>
        <p:spPr>
          <a:xfrm>
            <a:off x="10104120" y="5303520"/>
            <a:ext cx="1294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5742432"/>
            <a:ext cx="790042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3" name="Text 41"/>
          <p:cNvSpPr/>
          <p:nvPr/>
        </p:nvSpPr>
        <p:spPr>
          <a:xfrm>
            <a:off x="502920" y="5742432"/>
            <a:ext cx="79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457554" y="5742432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5" name="Text 43"/>
          <p:cNvSpPr/>
          <p:nvPr/>
        </p:nvSpPr>
        <p:spPr>
          <a:xfrm>
            <a:off x="1457554" y="5742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(PSGC)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085186" y="5742432"/>
            <a:ext cx="1378915" cy="365760"/>
          </a:xfrm>
          <a:prstGeom prst="roundRect">
            <a:avLst>
              <a:gd name="adj" fmla="val 20000"/>
            </a:avLst>
          </a:prstGeom>
          <a:solidFill>
            <a:srgbClr val="F1E6E9"/>
          </a:solidFill>
          <a:ln w="9525">
            <a:solidFill>
              <a:srgbClr val="3D174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7" name="Text 45"/>
          <p:cNvSpPr/>
          <p:nvPr/>
        </p:nvSpPr>
        <p:spPr>
          <a:xfrm>
            <a:off x="3085186" y="5742432"/>
            <a:ext cx="13789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In &amp; Authentication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9568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and Google sign-in create the session; Supabase Auth issues the matching backend session.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5786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guard: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AuthContext.tsx watches auth state app-wide and redirects unauthenticated users straight to Login.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200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6-digit code flow — code is generated, hashed, and verified server-side (no email link needed).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38221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777240" y="368503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"Remember me" keeps a returning user signed in across app restarts.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solidFill>
            <a:srgbClr val="2A17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685800" y="44074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src/context/AuthContext.tsx   ·   src/app/login.tsx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33104" y="512064"/>
            <a:ext cx="2784283" cy="5833872"/>
          </a:xfrm>
          <a:prstGeom prst="roundRect">
            <a:avLst>
              <a:gd name="adj" fmla="val 722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5" name="Image 0" descr="C:\Users\hiverpc\AppData\Local\Temp\claude\C--Users-hiverpc-LikhAI\2276fa3e-5eb3-4173-8c1a-1cc0cd341e73\scratchpad\shots\01_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594360"/>
            <a:ext cx="2619691" cy="5669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ONBOARDING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Business-Type-Aware Onboarding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9568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built-in profiles: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Sari-sari Store, Carinderia/Food Stall, Online Selling, Serbisyo/Services, Buy &amp; Sell — each with its own risks, permits and roadmap.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5786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else":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trade (e.g. pet grooming, car wash) is sent to Khora AI, which generates the onboarding questions and roadmap on the fly.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200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wizard: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→ Stage → Location → Market → Money → Legal → Risks, each step saved as the user progresses.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85616"/>
            <a:ext cx="6949440" cy="502920"/>
          </a:xfrm>
          <a:prstGeom prst="rect">
            <a:avLst/>
          </a:prstGeom>
          <a:solidFill>
            <a:srgbClr val="2A17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85800" y="378561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src/services/businessProfiles.ts   ·   src/services/onboardingAdvisor.ts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33104" y="512064"/>
            <a:ext cx="2784283" cy="5833872"/>
          </a:xfrm>
          <a:prstGeom prst="roundRect">
            <a:avLst>
              <a:gd name="adj" fmla="val 722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3" name="Image 0" descr="C:\Users\hiverpc\AppData\Local\Temp\claude\C--Users-hiverpc-LikhAI\2276fa3e-5eb3-4173-8c1a-1cc0cd341e73\scratchpad\shots\onb_step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594360"/>
            <a:ext cx="2619691" cy="56692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ONBOARDING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Philippine Geographic Selector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9568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PSGC API: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cascading dropdowns for Region → Province → City/Municipality → Barangay, covering 17 regions and 1,600+ municipalities.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5786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bundled dataset keeps onboarding usable even if the PSGC API is unreachable.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200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read: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a city is picked, Khora AI returns a location verdict — foot traffic, competition, and a tailored tip — before the user even continues.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85616"/>
            <a:ext cx="6949440" cy="502920"/>
          </a:xfrm>
          <a:prstGeom prst="rect">
            <a:avLst/>
          </a:prstGeom>
          <a:solidFill>
            <a:srgbClr val="2A17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85800" y="378561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src/services/location.ts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33104" y="512064"/>
            <a:ext cx="2784283" cy="5833872"/>
          </a:xfrm>
          <a:prstGeom prst="roundRect">
            <a:avLst>
              <a:gd name="adj" fmla="val 722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3" name="Image 0" descr="C:\Users\hiverpc\AppData\Local\Temp\claude\C--Users-hiverpc-LikhAI\2276fa3e-5eb3-4173-8c1a-1cc0cd341e73\scratchpad\shots\03_onboarding_loc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594360"/>
            <a:ext cx="2619691" cy="56692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HOME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9568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progress: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percentage complete, steps done, and "Day N" since account creation, computed from the roadmap in Supabase.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5786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Launch Roadmap: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resumes exactly where the founder left off — the next locked or in-progress step.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200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 Advisor card: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personalized nudge (budget-aware, risk-aware) generated for the active business profile.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85616"/>
            <a:ext cx="6949440" cy="502920"/>
          </a:xfrm>
          <a:prstGeom prst="rect">
            <a:avLst/>
          </a:prstGeom>
          <a:solidFill>
            <a:srgbClr val="2A17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85800" y="378561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src/app/(tabs)/index.tsx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33104" y="512064"/>
            <a:ext cx="2784283" cy="5833872"/>
          </a:xfrm>
          <a:prstGeom prst="roundRect">
            <a:avLst>
              <a:gd name="adj" fmla="val 722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3" name="Image 0" descr="C:\Users\hiverpc\AppData\Local\Temp\claude\C--Users-hiverpc-LikhAI\2276fa3e-5eb3-4173-8c1a-1cc0cd341e73\scratchpad\shots\11_home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594360"/>
            <a:ext cx="2619691" cy="56692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Roadmap (Full CRUD)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9568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tasks — title, category (Finance / Legal / Marketing), description, and checklist sub-steps.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5786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rendering of the user's roadmap with automatic completion-percentage calculation.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200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status (Pending → In Progress → Completed) and tick individual sub-steps.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38221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777240" y="368503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task with a confirmation prompt; completing a task fires a milestone notification.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solidFill>
            <a:srgbClr val="2A17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685800" y="44074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fetchUserRoadmapFromSupabase · createRoadmapTaskInSupabase · updateRoadmapTaskInSupabase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33104" y="512064"/>
            <a:ext cx="2784283" cy="5833872"/>
          </a:xfrm>
          <a:prstGeom prst="roundRect">
            <a:avLst>
              <a:gd name="adj" fmla="val 722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5" name="Image 0" descr="C:\Users\hiverpc\AppData\Local\Temp\claude\C--Users-hiverpc-LikhAI\2276fa3e-5eb3-4173-8c1a-1cc0cd341e73\scratchpad\shots\12_road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594360"/>
            <a:ext cx="2619691" cy="5669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AI ADVISOR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Khora AI Assistant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9568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chat advisor: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permit, legal-compliance, marketing and financial questions for Philippine MSMEs, in plain English/Taglish.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5786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Quick-ask chips: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prompts like "Barangay &amp; DTI Permits" or "Costing &amp; Margins" for common questions.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200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model: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behind a Supabase Edge Function — the Anthropic key, model choice and token ceiling are fixed server-side, never in the app bundle.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85616"/>
            <a:ext cx="6949440" cy="502920"/>
          </a:xfrm>
          <a:prstGeom prst="rect">
            <a:avLst/>
          </a:prstGeom>
          <a:solidFill>
            <a:srgbClr val="2A17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85800" y="378561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src/services/claude.ts   ·   supabase/functions/khora-ai/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33104" y="512064"/>
            <a:ext cx="2784283" cy="5833872"/>
          </a:xfrm>
          <a:prstGeom prst="roundRect">
            <a:avLst>
              <a:gd name="adj" fmla="val 722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3" name="Image 0" descr="C:\Users\hiverpc\AppData\Local\Temp\claude\C--Users-hiverpc-LikhAI\2276fa3e-5eb3-4173-8c1a-1cc0cd341e73\scratchpad\shots\13_ai_assista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594360"/>
            <a:ext cx="2619691" cy="56692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· SOURCING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Wholesale Supplier &amp; Market Finder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9568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Overpass API: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verified markets, malls, supermarkets and wholesale vendors within a 15 km radius.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5786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sorting: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are computed in real kilometers and results are sorted nearest-first.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200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AI-targeted categories: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Khora AI decides which supplier categories this specific business needs, and the search phrases that find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38221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777240" y="368503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&amp; filters: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chips, search bar, Leaflet map with custom markers, and one-tap "Contact" via the tel: scheme.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solidFill>
            <a:srgbClr val="2A17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685800" y="44074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src/services/supplierAdvisor.ts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33104" y="512064"/>
            <a:ext cx="2784283" cy="5833872"/>
          </a:xfrm>
          <a:prstGeom prst="roundRect">
            <a:avLst>
              <a:gd name="adj" fmla="val 722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5" name="Image 0" descr="C:\Users\hiverpc\AppData\Local\Temp\claude\C--Users-hiverpc-LikhAI\2276fa3e-5eb3-4173-8c1a-1cc0cd341e73\scratchpad\shots\14_suppliers_ta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594360"/>
            <a:ext cx="2619691" cy="5669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· COMMUNITY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Likha Community Template Marketplace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9568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turn a completed roadmap into a public, reusable template for others to launch from.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5786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import: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of founder-made and Likhora-AI-authored templates, each with roadmap task counts and business context.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200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templates to revisit later without losing the current active roadmap.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85616"/>
            <a:ext cx="6949440" cy="502920"/>
          </a:xfrm>
          <a:prstGeom prst="rect">
            <a:avLst/>
          </a:prstGeom>
          <a:solidFill>
            <a:srgbClr val="2A17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85800" y="378561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public.community_posts · public.community_template_favorites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33104" y="512064"/>
            <a:ext cx="2784283" cy="5833872"/>
          </a:xfrm>
          <a:prstGeom prst="roundRect">
            <a:avLst>
              <a:gd name="adj" fmla="val 722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3" name="Image 0" descr="C:\Users\hiverpc\AppData\Local\Temp\claude\C--Users-hiverpc-LikhAI\2276fa3e-5eb3-4173-8c1a-1cc0cd341e73\scratchpad\shots\15_commun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594360"/>
            <a:ext cx="2619691" cy="56692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·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Calculator — AI Pricing &amp; Break-Even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9568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AI-decided pricing: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enters only the product name, purchase unit and cost; Khora AI infers the category, markup, and selling price with a plain-English explanation.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5786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portioning: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buys (kilos, packs, cases) are converted into a piece count automatically — never guessed.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200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ROI: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piece, margin, effective markup, batch capital, and units-to-recover-capital, all computed live.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38221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777240" y="368503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Book: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products with Supabase Storage photos, category filters and sorting.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solidFill>
            <a:srgbClr val="2A17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685800" y="44074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src/services/pricingAdvisor.ts · src/services/calculator.ts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33104" y="512064"/>
            <a:ext cx="2784283" cy="5833872"/>
          </a:xfrm>
          <a:prstGeom prst="roundRect">
            <a:avLst>
              <a:gd name="adj" fmla="val 722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5" name="Image 0" descr="C:\Users\hiverpc\AppData\Local\Temp\claude\C--Users-hiverpc-LikhAI\2276fa3e-5eb3-4173-8c1a-1cc0cd341e73\scratchpad\shots\22_calculator_add_produc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594360"/>
            <a:ext cx="2619691" cy="5669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&amp; 10 · LIBRARY AND ACCOUNT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Library &amp; Founder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23544" y="1609344"/>
            <a:ext cx="2298373" cy="4782312"/>
          </a:xfrm>
          <a:prstGeom prst="roundRect">
            <a:avLst>
              <a:gd name="adj" fmla="val 8753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5" name="Image 0" descr="C:\Users\hiverpc\AppData\Local\Temp\claude\C--Users-hiverpc-LikhAI\2276fa3e-5eb3-4173-8c1a-1cc0cd341e73\scratchpad\shots\20_template_build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691640"/>
            <a:ext cx="2133781" cy="461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6616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1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Your Own Template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66160" y="2286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pre-built startup roadmaps </a:t>
            </a:r>
            <a:r>
              <a:rPr lang="en-US" sz="1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in-app, each with real Philippine agencies, legal bases, fees and required documents.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66160" y="32461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builder </a:t>
            </a:r>
            <a:r>
              <a:rPr lang="en-US" sz="1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founder define their own steps, categories, and checklists, saved to My Templates and optionally published to Community.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87384" y="557784"/>
            <a:ext cx="2763156" cy="5788152"/>
          </a:xfrm>
          <a:prstGeom prst="roundRect">
            <a:avLst>
              <a:gd name="adj" fmla="val 7280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0" name="Image 1" descr="C:\Users\hiverpc\AppData\Local\Temp\claude\C--Users-hiverpc-LikhAI\2276fa3e-5eb3-4173-8c1a-1cc0cd341e73\scratchpad\shots\18_profil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9680" y="640080"/>
            <a:ext cx="2598564" cy="5623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&amp; 12 · ACCOUNT AND ALERTS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Profile, Milestones &amp; Notifications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9568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profile: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title, industry, capital tier, location and launch date, stored in public.profiles.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67004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 of 8 milestones completed" score surfaces directly on the profile screen.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338328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milestone alerts fire when a roadmap task is completed, with unread badges and mark-all-as-read.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409651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777240" y="395935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1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photos: </a:t>
            </a:r>
            <a:r>
              <a:rPr lang="en-US" sz="13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to Supabase Storage and shown on the dashboard and community posts.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818888"/>
            <a:ext cx="6949440" cy="502920"/>
          </a:xfrm>
          <a:prstGeom prst="rect">
            <a:avLst/>
          </a:prstGeom>
          <a:solidFill>
            <a:srgbClr val="2A173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685800" y="48188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NotificationContext.tsx  ·  public.notifications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33104" y="512064"/>
            <a:ext cx="2784283" cy="5833872"/>
          </a:xfrm>
          <a:prstGeom prst="roundRect">
            <a:avLst>
              <a:gd name="adj" fmla="val 7225"/>
            </a:avLst>
          </a:prstGeom>
          <a:solidFill>
            <a:srgbClr val="1A0E1C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5" name="Image 0" descr="C:\Users\hiverpc\AppData\Local\Temp\claude\C--Users-hiverpc-LikhAI\2276fa3e-5eb3-4173-8c1a-1cc0cd341e73\scratchpad\shots\17_notifica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594360"/>
            <a:ext cx="2619691" cy="5669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D1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5B1F6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Salamat!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Likhora AI — helping Filipino entrepreneurs go from idea to launch.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1275</Words>
  <Application>Microsoft Office PowerPoint</Application>
  <PresentationFormat>Widescreen</PresentationFormat>
  <Paragraphs>139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Likhora AI — App Walkthrough</dc:title>
  <dc:subject>PptxGenJS Presentation</dc:subject>
  <dc:creator>Likhora AI</dc:creator>
  <cp:lastModifiedBy>Ahiah Ryajen De Guzman</cp:lastModifiedBy>
  <cp:revision>2</cp:revision>
  <dcterms:created xsi:type="dcterms:W3CDTF">2026-09-09T09:48:07Z</dcterms:created>
  <dcterms:modified xsi:type="dcterms:W3CDTF">2026-09-09T10:31:44Z</dcterms:modified>
</cp:coreProperties>
</file>